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MindSync AI</a:t>
            </a:r>
          </a:p>
          <a:p>
            <a:pPr>
              <a:spcBef>
                <a:spcPts val="1000"/>
              </a:spcBef>
              <a:defRPr sz="2200" b="1">
                <a:solidFill>
                  <a:srgbClr val="06B6D4"/>
                </a:solidFill>
              </a:defRPr>
            </a:pPr>
            <a:r>
              <a:t>An AI-Driven Mental Wellness Companion for IT Professionals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Predictive Machine Learning • Gemini LLM Orchestration • Offline-First Mobile Design</a:t>
            </a:r>
          </a:p>
          <a:p>
            <a:pPr>
              <a:spcBef>
                <a:spcPts val="3500"/>
              </a:spcBef>
              <a:defRPr sz="1400" b="1">
                <a:solidFill>
                  <a:srgbClr val="10B981"/>
                </a:solidFill>
              </a:defRPr>
            </a:pPr>
            <a:r>
              <a:t>Presenter: Yuvin Chandula   |   Module: CMP7003 Emerging Mobile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IT Developer Burnout Crisis &amp; Industry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The IT Workplace Burnout Crisis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High cognitive fatigue, tight sprint deadlines, and prolonged screen exposure.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Over 60% of software engineers report experiencing severe burnout during their career.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Lack of tools connecting cognitive work fatigue to physical lifestyle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⚡ Limitations of Existing Wellness Apps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Generic fitness apps track steps but ignore developer work stress and mood ratings.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Siloed logs: Sleep, hydration, work hours, and stress are never correlated.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Static push notifications cause alert fatigue and are quickly disabled.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Black-box wellness advice lacks transparency and actionable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Aim &amp; Strategic Technical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🎯 Core Project Aim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To design, engineer, and evaluate an offline-first mobile companion that accurately predicts developer burnout risks, explains key risk drivers via SHAP values, and delivers context-aware AI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1. Flutter Mobile App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Cross-platform client with Material 3, Riverpod state management, and fl_chart trend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212080" cy="146304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Async FastAPI Backend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High-performance microservices engine delivering &lt;22ms inference latencies.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Random Forest Classifier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Scikit-Learn predictive model achieving 93.3% accuracy with SHAP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4. Offline Hive Resilience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Local NoSQL storage with automatic Firestore cloud sync on connection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Clean Architecture &amp; Domain-Driven 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Presentation Layer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Flutter Widgets, Riverpod Controllers, GoRouter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Domain &amp; Data Layer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Entities, Use Cases, Hive DB Local Storage, Sync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Backend Microservices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FastAPI Endpoints, Random Forest ML Engine, Gemini 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 &amp; Infrastructure Specifications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Role &amp; Functionality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Mobile Client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Flutter / Dart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^3.22 / ^3.4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Cross-platform UI framework with Material 3 design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State Management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Riverpod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^2.5.1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Compile-safe state container &amp; dependency injection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Local Database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Hive DB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^1.1.0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High-performance NoSQL local key-value storage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FastAPI / Python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^0.111 / ^3.11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Async Python microservices server for ML endpoints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Predictive ML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Scikit-Learn &amp; SHAP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^1.5.0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Random Forest Classifier with SHAP explainability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Generative AI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Google Gemini 1.5 Flash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Context-aware developer coaching &amp; sentiment analysis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Cloud Suite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Firebase Platform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^6.5.0 Admin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CA3AF"/>
                          </a:solidFill>
                        </a:defRPr>
                      </a:pPr>
                      <a:r>
                        <a:t>Firebase Auth, Cloud Firestore, Firebase Storage, FCM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Machine Learning Pipeline &amp; SHAP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🌲 Random Forest Prediction Engine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Model Choice: Random Forest Classifier (Scikit-Learn).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Selected for superior performance and robustness on tabular health metrics.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Input Vector: Sleep hours, Work/Screen time, Mood rating (1-5), Stress level (1-5), Active steps, Water intake.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Model Accuracy: 93.3% accuracy on cross-validation 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🔍 SHAP Value Explainability (XAI)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Prevents 'black-box AI' by calculating SHAP tree feature attribution weights.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Translates complex tree decisions into human-understandable risk drivers.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Identifies top 3 factors for each prediction.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• Example output: 'High risk driven by &lt;5.5 hrs sleep and &gt;10 hrs work time'.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Gemini LLM Orchestration &amp; Fail-Safe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💬 Gemini 1.5 Flash Integration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Context-Aware Habit Suggestions: Generates actionable advice based on daily metrics.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Wellness AI Coach Chat: Provides supportive developer chat coaching.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Sentiment Analysis: Evaluates daily text journal entries for emotional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Resilience &amp; Safety Mechanisms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Exponential Backoff: Automatic retry loop on Gemini API rate limits or network drops.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Fail-Safe Fallback Engine: Instantly serves rule-based local summaries if Gemini is offline.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Prompt Sanitization: Protects against prompt injection attacks.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Medical Disclaimer: Mandatory disclaimer attached to all wellness coaching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Mobile Application Features &amp; UI/UX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📊 Dynamic Dashboard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Real-time burnout risk gauge, daily wellness score cards, and location-aware weather widget.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📝 Interactive Logger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Drag sliders to log sleep hours, mood rating, stress level, steps, and water intake.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📈 fl_chart Telemetry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Interactive weekly and monthly trend graphs comparing mood against burnout risk 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📄 PDF &amp; JSON Exporter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One-click export of complete encrypted wellness records for personal backup.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Offline-First Architecture &amp; Dynamic Sync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💾 Synchronous Hive Local DB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Synchronous Write: Every user entry commits immediately to high-speed Hive key-value boxes.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Full Usability: 100% feature functionality available without an active internet connection.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Instant UI Response: Eliminates network loading spinners during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🔄 Background Sync Engine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Connectivity Observer: Monitors network state changes in real time using connectivity_plus.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Sync Queue Manager: Maintains local queue of offline log entries with timestamps.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Automatic Sync: Batch uploads pending logs to Cloud Firestore when internet restores.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Verified Result: 0% data loss across all offline simulation test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Hardening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🔐 Authentication &amp; Data Isolation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Firebase JWT ID Token verification in FastAPI backend middleware. Firestore Security Rules enforce strict row-level user data isolation.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28016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🛡️ OWASP API Protection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OWASP secure headers (HSTS, CSP, X-Frame-Options), memory rate-limiting middleware, and Pydantic schema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280160"/>
          </a:xfrm>
          <a:prstGeom prst="roundRect">
            <a:avLst/>
          </a:prstGeom>
          <a:solidFill>
            <a:srgbClr val="121A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🧪 Comprehensive Automated Testing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Automated Pytest suite verifying backend endpoints and ML models. Flutter Test widget and Riverpod provider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Quantitative System Performance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93.3%</a:t>
            </a:r>
          </a:p>
          <a:p>
            <a:pPr algn="ctr"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ML Model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&lt;22 ms</a:t>
            </a:r>
          </a:p>
          <a:p>
            <a:pPr algn="ctr"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API Inference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1.1 s</a:t>
            </a:r>
          </a:p>
          <a:p>
            <a:pPr algn="ctr"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Mobile App Cold 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60 FPS</a:t>
            </a:r>
          </a:p>
          <a:p>
            <a:pPr algn="ctr"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UI Render Frame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Key Benchmark Insights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FastAPI Async Microservices maintain sub-22ms prediction latencies under load.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Hive local DB enables instant startup times (1.1s) and zero frame drops during logging.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100% sync fidelity verified during network disconnect/reconnect simulation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10-Minute System Viva Demonstration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0-2: Auth &amp; Onboarding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Launch app -&gt; Splash screen -&gt; Firebase Auth registration/login -&gt; Redirect to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2-4: Dashboard Telemetry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Explain wellness score cards, burnout risk gauge, and location weather widget.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4-6: Mood Log &amp; ML Prediction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Drag sliders to log daily metrics -&gt; Save entry -&gt; Watch Random Forest update risk + SHAP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6-8: AI Coach &amp; Recommendations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View SHAP recommendations -&gt; Chat with Gemini AI Coach -&gt; Verify medical disclaimers.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8-9: Offline Mode Test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Disable Wi-Fi -&gt; Log entry in Airplane mode -&gt; Verify local Hive write -&gt; Re-enable Wi-Fi -&gt; Observe cloud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Min 9-10: Analytics &amp; Export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Navigate to Reports -&gt; View fl_chart trend lines -&gt; Go to Settings -&gt; Export PDF report backup.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Horizons &amp; Academic Research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⌚ Wearables Integration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Direct integration with Apple HealthKit and Google Health Connect for automated step, heart rate, and sleep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🔒 Federated Learning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On-device federated learning allowing predictive models to train across users without exposing raw health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🌐 Multilingual AI Coaching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Expanding Gemini LLM prompt templates to support multilingual developer teams across global engineering hubs.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MINDSYNC AI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Q&amp;A Board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Summary of Achievements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✓ Engineered a production-grade, offline-first mental health platform for IT professionals.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✓ Combined 93.3% accurate Random Forest predictions with transparent SHAP explanations.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✓ Delivered fail-safe Gemini LLM orchestration with automatic local fallback engines.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✓ Demonstrated 100% sync reliability with zero data loss in offline testing.</a:t>
            </a:r>
          </a:p>
          <a:p>
            <a:pPr>
              <a:spcBef>
                <a:spcPts val="2400"/>
              </a:spcBef>
              <a:defRPr sz="1800" b="1">
                <a:solidFill>
                  <a:srgbClr val="06B6D4"/>
                </a:solidFill>
              </a:defRPr>
            </a:pPr>
            <a:r>
              <a:t>Thank You! Open for Questions &amp; Board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